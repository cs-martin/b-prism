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17" r:id="rId5"/>
    <p:sldId id="309" r:id="rId6"/>
    <p:sldId id="263" r:id="rId7"/>
    <p:sldId id="310" r:id="rId8"/>
    <p:sldId id="321" r:id="rId9"/>
    <p:sldId id="311" r:id="rId10"/>
    <p:sldId id="323" r:id="rId11"/>
    <p:sldId id="314" r:id="rId12"/>
    <p:sldId id="32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EAC819-E074-4672-B6EB-D247D1E96279}" v="24" dt="2025-01-13T07:40:49.839"/>
  </p1510:revLst>
</p1510:revInfo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405" autoAdjust="0"/>
  </p:normalViewPr>
  <p:slideViewPr>
    <p:cSldViewPr snapToGrid="0">
      <p:cViewPr varScale="1">
        <p:scale>
          <a:sx n="65" d="100"/>
          <a:sy n="65" d="100"/>
        </p:scale>
        <p:origin x="-696" y="-52"/>
      </p:cViewPr>
      <p:guideLst>
        <p:guide orient="horz" pos="528"/>
        <p:guide orient="horz" pos="1272"/>
        <p:guide orient="horz" pos="2312"/>
        <p:guide orient="horz" pos="1944"/>
        <p:guide orient="horz" pos="2328"/>
        <p:guide pos="3864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LISSA BRICIA" userId="dc848e4c-1031-41a2-aed4-1fe0a2ea01ec" providerId="ADAL" clId="{7DEAC819-E074-4672-B6EB-D247D1E96279}"/>
    <pc:docChg chg="undo redo custSel addSld delSld modSld">
      <pc:chgData name="MELISSA BRICIA" userId="dc848e4c-1031-41a2-aed4-1fe0a2ea01ec" providerId="ADAL" clId="{7DEAC819-E074-4672-B6EB-D247D1E96279}" dt="2025-01-13T07:42:45.676" v="972" actId="20577"/>
      <pc:docMkLst>
        <pc:docMk/>
      </pc:docMkLst>
      <pc:sldChg chg="addSp modSp mod setBg modClrScheme chgLayout">
        <pc:chgData name="MELISSA BRICIA" userId="dc848e4c-1031-41a2-aed4-1fe0a2ea01ec" providerId="ADAL" clId="{7DEAC819-E074-4672-B6EB-D247D1E96279}" dt="2025-01-13T07:08:15.451" v="42" actId="403"/>
        <pc:sldMkLst>
          <pc:docMk/>
          <pc:sldMk cId="1096717490" sldId="263"/>
        </pc:sldMkLst>
        <pc:spChg chg="mod">
          <ac:chgData name="MELISSA BRICIA" userId="dc848e4c-1031-41a2-aed4-1fe0a2ea01ec" providerId="ADAL" clId="{7DEAC819-E074-4672-B6EB-D247D1E96279}" dt="2025-01-13T07:07:24.702" v="34" actId="26606"/>
          <ac:spMkLst>
            <pc:docMk/>
            <pc:sldMk cId="1096717490" sldId="263"/>
            <ac:spMk id="11" creationId="{2A3D95EF-8A67-7F71-37EF-9EB02511B163}"/>
          </ac:spMkLst>
        </pc:spChg>
        <pc:spChg chg="mod">
          <ac:chgData name="MELISSA BRICIA" userId="dc848e4c-1031-41a2-aed4-1fe0a2ea01ec" providerId="ADAL" clId="{7DEAC819-E074-4672-B6EB-D247D1E96279}" dt="2025-01-13T07:08:15.451" v="42" actId="403"/>
          <ac:spMkLst>
            <pc:docMk/>
            <pc:sldMk cId="1096717490" sldId="263"/>
            <ac:spMk id="15" creationId="{C7846849-DC0A-EE3B-2E5E-D669EC1273D6}"/>
          </ac:spMkLst>
        </pc:spChg>
        <pc:spChg chg="add mod">
          <ac:chgData name="MELISSA BRICIA" userId="dc848e4c-1031-41a2-aed4-1fe0a2ea01ec" providerId="ADAL" clId="{7DEAC819-E074-4672-B6EB-D247D1E96279}" dt="2025-01-13T07:07:24.702" v="34" actId="26606"/>
          <ac:spMkLst>
            <pc:docMk/>
            <pc:sldMk cId="1096717490" sldId="263"/>
            <ac:spMk id="20" creationId="{7844A9E0-704D-DD4D-437E-6137E5F8A6E3}"/>
          </ac:spMkLst>
        </pc:spChg>
        <pc:picChg chg="add mod modCrop">
          <ac:chgData name="MELISSA BRICIA" userId="dc848e4c-1031-41a2-aed4-1fe0a2ea01ec" providerId="ADAL" clId="{7DEAC819-E074-4672-B6EB-D247D1E96279}" dt="2025-01-13T07:07:49.695" v="38" actId="14100"/>
          <ac:picMkLst>
            <pc:docMk/>
            <pc:sldMk cId="1096717490" sldId="263"/>
            <ac:picMk id="3" creationId="{9AD772E6-D5BA-BF7F-21BA-072D4533DAC2}"/>
          </ac:picMkLst>
        </pc:picChg>
      </pc:sldChg>
      <pc:sldChg chg="del">
        <pc:chgData name="MELISSA BRICIA" userId="dc848e4c-1031-41a2-aed4-1fe0a2ea01ec" providerId="ADAL" clId="{7DEAC819-E074-4672-B6EB-D247D1E96279}" dt="2025-01-13T07:41:56.292" v="933" actId="47"/>
        <pc:sldMkLst>
          <pc:docMk/>
          <pc:sldMk cId="2188828507" sldId="304"/>
        </pc:sldMkLst>
      </pc:sldChg>
      <pc:sldChg chg="addSp delSp modSp mod">
        <pc:chgData name="MELISSA BRICIA" userId="dc848e4c-1031-41a2-aed4-1fe0a2ea01ec" providerId="ADAL" clId="{7DEAC819-E074-4672-B6EB-D247D1E96279}" dt="2025-01-13T07:10:51.438" v="78" actId="27636"/>
        <pc:sldMkLst>
          <pc:docMk/>
          <pc:sldMk cId="4230106960" sldId="310"/>
        </pc:sldMkLst>
        <pc:spChg chg="add del mod">
          <ac:chgData name="MELISSA BRICIA" userId="dc848e4c-1031-41a2-aed4-1fe0a2ea01ec" providerId="ADAL" clId="{7DEAC819-E074-4672-B6EB-D247D1E96279}" dt="2025-01-13T07:09:32.901" v="55" actId="478"/>
          <ac:spMkLst>
            <pc:docMk/>
            <pc:sldMk cId="4230106960" sldId="310"/>
            <ac:spMk id="6" creationId="{66CAFCA4-90EB-B3DE-233F-882193744C92}"/>
          </ac:spMkLst>
        </pc:spChg>
        <pc:spChg chg="mod">
          <ac:chgData name="MELISSA BRICIA" userId="dc848e4c-1031-41a2-aed4-1fe0a2ea01ec" providerId="ADAL" clId="{7DEAC819-E074-4672-B6EB-D247D1E96279}" dt="2025-01-13T07:09:15.808" v="49" actId="1076"/>
          <ac:spMkLst>
            <pc:docMk/>
            <pc:sldMk cId="4230106960" sldId="310"/>
            <ac:spMk id="11" creationId="{949404F1-8E94-7D3D-71E2-A1A4B7CBCB4A}"/>
          </ac:spMkLst>
        </pc:spChg>
        <pc:spChg chg="del">
          <ac:chgData name="MELISSA BRICIA" userId="dc848e4c-1031-41a2-aed4-1fe0a2ea01ec" providerId="ADAL" clId="{7DEAC819-E074-4672-B6EB-D247D1E96279}" dt="2025-01-13T07:09:30.088" v="54" actId="478"/>
          <ac:spMkLst>
            <pc:docMk/>
            <pc:sldMk cId="4230106960" sldId="310"/>
            <ac:spMk id="14" creationId="{F4A3718F-D67C-255A-4B64-BA379609FCD0}"/>
          </ac:spMkLst>
        </pc:spChg>
        <pc:spChg chg="mod">
          <ac:chgData name="MELISSA BRICIA" userId="dc848e4c-1031-41a2-aed4-1fe0a2ea01ec" providerId="ADAL" clId="{7DEAC819-E074-4672-B6EB-D247D1E96279}" dt="2025-01-13T07:10:51.438" v="78" actId="27636"/>
          <ac:spMkLst>
            <pc:docMk/>
            <pc:sldMk cId="4230106960" sldId="310"/>
            <ac:spMk id="17" creationId="{2F3CEF66-C6D7-C765-24E7-1DCFB38FE51A}"/>
          </ac:spMkLst>
        </pc:spChg>
        <pc:picChg chg="add mod">
          <ac:chgData name="MELISSA BRICIA" userId="dc848e4c-1031-41a2-aed4-1fe0a2ea01ec" providerId="ADAL" clId="{7DEAC819-E074-4672-B6EB-D247D1E96279}" dt="2025-01-13T07:10:47.931" v="76" actId="1076"/>
          <ac:picMkLst>
            <pc:docMk/>
            <pc:sldMk cId="4230106960" sldId="310"/>
            <ac:picMk id="4" creationId="{48A864AD-FDCD-84EC-3A01-4A03E7C50878}"/>
          </ac:picMkLst>
        </pc:picChg>
      </pc:sldChg>
      <pc:sldChg chg="addSp delSp modSp mod modClrScheme chgLayout">
        <pc:chgData name="MELISSA BRICIA" userId="dc848e4c-1031-41a2-aed4-1fe0a2ea01ec" providerId="ADAL" clId="{7DEAC819-E074-4672-B6EB-D247D1E96279}" dt="2025-01-13T07:13:30.464" v="149" actId="20577"/>
        <pc:sldMkLst>
          <pc:docMk/>
          <pc:sldMk cId="3748348926" sldId="311"/>
        </pc:sldMkLst>
        <pc:spChg chg="mod">
          <ac:chgData name="MELISSA BRICIA" userId="dc848e4c-1031-41a2-aed4-1fe0a2ea01ec" providerId="ADAL" clId="{7DEAC819-E074-4672-B6EB-D247D1E96279}" dt="2025-01-13T07:11:59.302" v="115" actId="26606"/>
          <ac:spMkLst>
            <pc:docMk/>
            <pc:sldMk cId="3748348926" sldId="311"/>
            <ac:spMk id="5" creationId="{AF012FDC-7484-2B3B-E496-144348256B81}"/>
          </ac:spMkLst>
        </pc:spChg>
        <pc:spChg chg="mod">
          <ac:chgData name="MELISSA BRICIA" userId="dc848e4c-1031-41a2-aed4-1fe0a2ea01ec" providerId="ADAL" clId="{7DEAC819-E074-4672-B6EB-D247D1E96279}" dt="2025-01-13T07:13:30.464" v="149" actId="20577"/>
          <ac:spMkLst>
            <pc:docMk/>
            <pc:sldMk cId="3748348926" sldId="311"/>
            <ac:spMk id="11" creationId="{7A49C0DA-C8AE-5ECC-149A-D60ECFF8C1EB}"/>
          </ac:spMkLst>
        </pc:spChg>
        <pc:spChg chg="del mod">
          <ac:chgData name="MELISSA BRICIA" userId="dc848e4c-1031-41a2-aed4-1fe0a2ea01ec" providerId="ADAL" clId="{7DEAC819-E074-4672-B6EB-D247D1E96279}" dt="2025-01-13T07:11:55.782" v="112" actId="931"/>
          <ac:spMkLst>
            <pc:docMk/>
            <pc:sldMk cId="3748348926" sldId="311"/>
            <ac:spMk id="12" creationId="{C6F2BA06-39BD-0413-D150-70F75EA6CC38}"/>
          </ac:spMkLst>
        </pc:spChg>
        <pc:spChg chg="mod">
          <ac:chgData name="MELISSA BRICIA" userId="dc848e4c-1031-41a2-aed4-1fe0a2ea01ec" providerId="ADAL" clId="{7DEAC819-E074-4672-B6EB-D247D1E96279}" dt="2025-01-13T07:13:08.995" v="129" actId="403"/>
          <ac:spMkLst>
            <pc:docMk/>
            <pc:sldMk cId="3748348926" sldId="311"/>
            <ac:spMk id="25" creationId="{7798761A-B671-4825-623F-F4726F2BDF28}"/>
          </ac:spMkLst>
        </pc:spChg>
        <pc:picChg chg="add mod ord">
          <ac:chgData name="MELISSA BRICIA" userId="dc848e4c-1031-41a2-aed4-1fe0a2ea01ec" providerId="ADAL" clId="{7DEAC819-E074-4672-B6EB-D247D1E96279}" dt="2025-01-13T07:12:18.090" v="117" actId="26606"/>
          <ac:picMkLst>
            <pc:docMk/>
            <pc:sldMk cId="3748348926" sldId="311"/>
            <ac:picMk id="3" creationId="{36386360-4B7D-A2BB-4BD0-D1897119E5D1}"/>
          </ac:picMkLst>
        </pc:picChg>
      </pc:sldChg>
      <pc:sldChg chg="modSp mod">
        <pc:chgData name="MELISSA BRICIA" userId="dc848e4c-1031-41a2-aed4-1fe0a2ea01ec" providerId="ADAL" clId="{7DEAC819-E074-4672-B6EB-D247D1E96279}" dt="2025-01-13T07:19:33.281" v="494" actId="27636"/>
        <pc:sldMkLst>
          <pc:docMk/>
          <pc:sldMk cId="859909800" sldId="312"/>
        </pc:sldMkLst>
        <pc:spChg chg="mod">
          <ac:chgData name="MELISSA BRICIA" userId="dc848e4c-1031-41a2-aed4-1fe0a2ea01ec" providerId="ADAL" clId="{7DEAC819-E074-4672-B6EB-D247D1E96279}" dt="2025-01-13T07:19:33.281" v="494" actId="27636"/>
          <ac:spMkLst>
            <pc:docMk/>
            <pc:sldMk cId="859909800" sldId="312"/>
            <ac:spMk id="3" creationId="{DE597F60-88E2-C430-D52B-6604405AD55C}"/>
          </ac:spMkLst>
        </pc:spChg>
        <pc:spChg chg="mod">
          <ac:chgData name="MELISSA BRICIA" userId="dc848e4c-1031-41a2-aed4-1fe0a2ea01ec" providerId="ADAL" clId="{7DEAC819-E074-4672-B6EB-D247D1E96279}" dt="2025-01-13T07:19:06.302" v="484" actId="1076"/>
          <ac:spMkLst>
            <pc:docMk/>
            <pc:sldMk cId="859909800" sldId="312"/>
            <ac:spMk id="5" creationId="{E95044F7-BD97-2FDE-4E33-A565BCF0EFEC}"/>
          </ac:spMkLst>
        </pc:spChg>
      </pc:sldChg>
      <pc:sldChg chg="modSp mod">
        <pc:chgData name="MELISSA BRICIA" userId="dc848e4c-1031-41a2-aed4-1fe0a2ea01ec" providerId="ADAL" clId="{7DEAC819-E074-4672-B6EB-D247D1E96279}" dt="2025-01-13T07:33:09.115" v="783" actId="27636"/>
        <pc:sldMkLst>
          <pc:docMk/>
          <pc:sldMk cId="4132147533" sldId="314"/>
        </pc:sldMkLst>
        <pc:spChg chg="mod">
          <ac:chgData name="MELISSA BRICIA" userId="dc848e4c-1031-41a2-aed4-1fe0a2ea01ec" providerId="ADAL" clId="{7DEAC819-E074-4672-B6EB-D247D1E96279}" dt="2025-01-13T07:33:04.851" v="781" actId="14100"/>
          <ac:spMkLst>
            <pc:docMk/>
            <pc:sldMk cId="4132147533" sldId="314"/>
            <ac:spMk id="3" creationId="{DA4B0F3C-5228-C9FB-1212-1D4894C80B46}"/>
          </ac:spMkLst>
        </pc:spChg>
        <pc:spChg chg="mod">
          <ac:chgData name="MELISSA BRICIA" userId="dc848e4c-1031-41a2-aed4-1fe0a2ea01ec" providerId="ADAL" clId="{7DEAC819-E074-4672-B6EB-D247D1E96279}" dt="2025-01-13T07:33:09.115" v="783" actId="27636"/>
          <ac:spMkLst>
            <pc:docMk/>
            <pc:sldMk cId="4132147533" sldId="314"/>
            <ac:spMk id="5" creationId="{7DA9EE9E-3073-7E11-3AA5-F77C3B48A97F}"/>
          </ac:spMkLst>
        </pc:spChg>
        <pc:spChg chg="mod">
          <ac:chgData name="MELISSA BRICIA" userId="dc848e4c-1031-41a2-aed4-1fe0a2ea01ec" providerId="ADAL" clId="{7DEAC819-E074-4672-B6EB-D247D1E96279}" dt="2025-01-13T07:30:45.145" v="714" actId="1076"/>
          <ac:spMkLst>
            <pc:docMk/>
            <pc:sldMk cId="4132147533" sldId="314"/>
            <ac:spMk id="9" creationId="{EB33A77B-664F-FFD3-D61A-0D344C269A12}"/>
          </ac:spMkLst>
        </pc:spChg>
      </pc:sldChg>
      <pc:sldChg chg="del">
        <pc:chgData name="MELISSA BRICIA" userId="dc848e4c-1031-41a2-aed4-1fe0a2ea01ec" providerId="ADAL" clId="{7DEAC819-E074-4672-B6EB-D247D1E96279}" dt="2025-01-13T07:29:24.810" v="688" actId="47"/>
        <pc:sldMkLst>
          <pc:docMk/>
          <pc:sldMk cId="3064996118" sldId="315"/>
        </pc:sldMkLst>
      </pc:sldChg>
      <pc:sldChg chg="delSp modSp mod">
        <pc:chgData name="MELISSA BRICIA" userId="dc848e4c-1031-41a2-aed4-1fe0a2ea01ec" providerId="ADAL" clId="{7DEAC819-E074-4672-B6EB-D247D1E96279}" dt="2025-01-13T07:28:26.856" v="665" actId="20577"/>
        <pc:sldMkLst>
          <pc:docMk/>
          <pc:sldMk cId="537809529" sldId="316"/>
        </pc:sldMkLst>
        <pc:spChg chg="del mod">
          <ac:chgData name="MELISSA BRICIA" userId="dc848e4c-1031-41a2-aed4-1fe0a2ea01ec" providerId="ADAL" clId="{7DEAC819-E074-4672-B6EB-D247D1E96279}" dt="2025-01-13T07:27:41.315" v="636" actId="478"/>
          <ac:spMkLst>
            <pc:docMk/>
            <pc:sldMk cId="537809529" sldId="316"/>
            <ac:spMk id="3" creationId="{CF3ADB94-FC21-07C5-1FC9-E729C5DEDFC6}"/>
          </ac:spMkLst>
        </pc:spChg>
        <pc:spChg chg="mod">
          <ac:chgData name="MELISSA BRICIA" userId="dc848e4c-1031-41a2-aed4-1fe0a2ea01ec" providerId="ADAL" clId="{7DEAC819-E074-4672-B6EB-D247D1E96279}" dt="2025-01-13T07:21:20.345" v="563" actId="1076"/>
          <ac:spMkLst>
            <pc:docMk/>
            <pc:sldMk cId="537809529" sldId="316"/>
            <ac:spMk id="17" creationId="{96E3FD31-D19A-BFEB-821F-C00103830DC9}"/>
          </ac:spMkLst>
        </pc:spChg>
        <pc:graphicFrameChg chg="mod modGraphic">
          <ac:chgData name="MELISSA BRICIA" userId="dc848e4c-1031-41a2-aed4-1fe0a2ea01ec" providerId="ADAL" clId="{7DEAC819-E074-4672-B6EB-D247D1E96279}" dt="2025-01-13T07:28:26.856" v="665" actId="20577"/>
          <ac:graphicFrameMkLst>
            <pc:docMk/>
            <pc:sldMk cId="537809529" sldId="316"/>
            <ac:graphicFrameMk id="6" creationId="{D3F53A55-1F2B-EB7F-3E43-C43170D77989}"/>
          </ac:graphicFrameMkLst>
        </pc:graphicFrameChg>
      </pc:sldChg>
      <pc:sldChg chg="modSp mod">
        <pc:chgData name="MELISSA BRICIA" userId="dc848e4c-1031-41a2-aed4-1fe0a2ea01ec" providerId="ADAL" clId="{7DEAC819-E074-4672-B6EB-D247D1E96279}" dt="2025-01-13T07:20:51.751" v="516" actId="20577"/>
        <pc:sldMkLst>
          <pc:docMk/>
          <pc:sldMk cId="941246495" sldId="318"/>
        </pc:sldMkLst>
        <pc:spChg chg="mod">
          <ac:chgData name="MELISSA BRICIA" userId="dc848e4c-1031-41a2-aed4-1fe0a2ea01ec" providerId="ADAL" clId="{7DEAC819-E074-4672-B6EB-D247D1E96279}" dt="2025-01-13T07:20:51.751" v="516" actId="20577"/>
          <ac:spMkLst>
            <pc:docMk/>
            <pc:sldMk cId="941246495" sldId="318"/>
            <ac:spMk id="2" creationId="{79E724E0-FF5B-6C8A-41DB-1228DA9D703B}"/>
          </ac:spMkLst>
        </pc:spChg>
      </pc:sldChg>
      <pc:sldChg chg="delSp modSp add mod">
        <pc:chgData name="MELISSA BRICIA" userId="dc848e4c-1031-41a2-aed4-1fe0a2ea01ec" providerId="ADAL" clId="{7DEAC819-E074-4672-B6EB-D247D1E96279}" dt="2025-01-13T07:42:28.358" v="935" actId="478"/>
        <pc:sldMkLst>
          <pc:docMk/>
          <pc:sldMk cId="3272787797" sldId="319"/>
        </pc:sldMkLst>
        <pc:spChg chg="mod">
          <ac:chgData name="MELISSA BRICIA" userId="dc848e4c-1031-41a2-aed4-1fe0a2ea01ec" providerId="ADAL" clId="{7DEAC819-E074-4672-B6EB-D247D1E96279}" dt="2025-01-13T07:34:17.950" v="809" actId="20577"/>
          <ac:spMkLst>
            <pc:docMk/>
            <pc:sldMk cId="3272787797" sldId="319"/>
            <ac:spMk id="3" creationId="{6CBBD91F-365E-6CE8-2B6E-D872066768B9}"/>
          </ac:spMkLst>
        </pc:spChg>
        <pc:spChg chg="del mod">
          <ac:chgData name="MELISSA BRICIA" userId="dc848e4c-1031-41a2-aed4-1fe0a2ea01ec" providerId="ADAL" clId="{7DEAC819-E074-4672-B6EB-D247D1E96279}" dt="2025-01-13T07:42:28.358" v="935" actId="478"/>
          <ac:spMkLst>
            <pc:docMk/>
            <pc:sldMk cId="3272787797" sldId="319"/>
            <ac:spMk id="5" creationId="{76C45AEA-5476-4A8C-08D1-DA86B04F0015}"/>
          </ac:spMkLst>
        </pc:spChg>
      </pc:sldChg>
      <pc:sldChg chg="addSp delSp modSp new mod">
        <pc:chgData name="MELISSA BRICIA" userId="dc848e4c-1031-41a2-aed4-1fe0a2ea01ec" providerId="ADAL" clId="{7DEAC819-E074-4672-B6EB-D247D1E96279}" dt="2025-01-13T07:42:45.676" v="972" actId="20577"/>
        <pc:sldMkLst>
          <pc:docMk/>
          <pc:sldMk cId="590132331" sldId="320"/>
        </pc:sldMkLst>
        <pc:spChg chg="mod">
          <ac:chgData name="MELISSA BRICIA" userId="dc848e4c-1031-41a2-aed4-1fe0a2ea01ec" providerId="ADAL" clId="{7DEAC819-E074-4672-B6EB-D247D1E96279}" dt="2025-01-13T07:39:08.487" v="898" actId="1076"/>
          <ac:spMkLst>
            <pc:docMk/>
            <pc:sldMk cId="590132331" sldId="320"/>
            <ac:spMk id="2" creationId="{B1975407-3020-4882-A295-30C298F095BC}"/>
          </ac:spMkLst>
        </pc:spChg>
        <pc:spChg chg="add del">
          <ac:chgData name="MELISSA BRICIA" userId="dc848e4c-1031-41a2-aed4-1fe0a2ea01ec" providerId="ADAL" clId="{7DEAC819-E074-4672-B6EB-D247D1E96279}" dt="2025-01-13T07:35:42.197" v="840" actId="478"/>
          <ac:spMkLst>
            <pc:docMk/>
            <pc:sldMk cId="590132331" sldId="320"/>
            <ac:spMk id="3" creationId="{4C5D64E2-5206-5DE9-2952-19BF56F0A88E}"/>
          </ac:spMkLst>
        </pc:spChg>
        <pc:spChg chg="add del">
          <ac:chgData name="MELISSA BRICIA" userId="dc848e4c-1031-41a2-aed4-1fe0a2ea01ec" providerId="ADAL" clId="{7DEAC819-E074-4672-B6EB-D247D1E96279}" dt="2025-01-13T07:35:39.220" v="839" actId="478"/>
          <ac:spMkLst>
            <pc:docMk/>
            <pc:sldMk cId="590132331" sldId="320"/>
            <ac:spMk id="4" creationId="{F650CD12-D8CB-AA15-C2DA-2FD3D3EA284A}"/>
          </ac:spMkLst>
        </pc:spChg>
        <pc:graphicFrameChg chg="add mod">
          <ac:chgData name="MELISSA BRICIA" userId="dc848e4c-1031-41a2-aed4-1fe0a2ea01ec" providerId="ADAL" clId="{7DEAC819-E074-4672-B6EB-D247D1E96279}" dt="2025-01-13T07:35:36.043" v="835"/>
          <ac:graphicFrameMkLst>
            <pc:docMk/>
            <pc:sldMk cId="590132331" sldId="320"/>
            <ac:graphicFrameMk id="6" creationId="{7B1939D2-B20C-5777-FDE0-F3F597144F18}"/>
          </ac:graphicFrameMkLst>
        </pc:graphicFrameChg>
        <pc:graphicFrameChg chg="add mod">
          <ac:chgData name="MELISSA BRICIA" userId="dc848e4c-1031-41a2-aed4-1fe0a2ea01ec" providerId="ADAL" clId="{7DEAC819-E074-4672-B6EB-D247D1E96279}" dt="2025-01-13T07:35:10.843" v="826"/>
          <ac:graphicFrameMkLst>
            <pc:docMk/>
            <pc:sldMk cId="590132331" sldId="320"/>
            <ac:graphicFrameMk id="7" creationId="{039160F6-25A4-7E2A-AA2E-F91F28E0932A}"/>
          </ac:graphicFrameMkLst>
        </pc:graphicFrameChg>
        <pc:graphicFrameChg chg="add mod">
          <ac:chgData name="MELISSA BRICIA" userId="dc848e4c-1031-41a2-aed4-1fe0a2ea01ec" providerId="ADAL" clId="{7DEAC819-E074-4672-B6EB-D247D1E96279}" dt="2025-01-13T07:35:10.843" v="826"/>
          <ac:graphicFrameMkLst>
            <pc:docMk/>
            <pc:sldMk cId="590132331" sldId="320"/>
            <ac:graphicFrameMk id="8" creationId="{D50ACD81-865F-DBBA-48E6-695DDFF8BBB4}"/>
          </ac:graphicFrameMkLst>
        </pc:graphicFrameChg>
        <pc:graphicFrameChg chg="add mod">
          <ac:chgData name="MELISSA BRICIA" userId="dc848e4c-1031-41a2-aed4-1fe0a2ea01ec" providerId="ADAL" clId="{7DEAC819-E074-4672-B6EB-D247D1E96279}" dt="2025-01-13T07:35:10.843" v="826"/>
          <ac:graphicFrameMkLst>
            <pc:docMk/>
            <pc:sldMk cId="590132331" sldId="320"/>
            <ac:graphicFrameMk id="9" creationId="{19153863-30E9-D5C8-CC23-4DB1BC2AA2C0}"/>
          </ac:graphicFrameMkLst>
        </pc:graphicFrameChg>
        <pc:graphicFrameChg chg="add mod">
          <ac:chgData name="MELISSA BRICIA" userId="dc848e4c-1031-41a2-aed4-1fe0a2ea01ec" providerId="ADAL" clId="{7DEAC819-E074-4672-B6EB-D247D1E96279}" dt="2025-01-13T07:35:10.843" v="826"/>
          <ac:graphicFrameMkLst>
            <pc:docMk/>
            <pc:sldMk cId="590132331" sldId="320"/>
            <ac:graphicFrameMk id="10" creationId="{E1CD891E-D150-0E2A-C818-C249B85D5FFD}"/>
          </ac:graphicFrameMkLst>
        </pc:graphicFrameChg>
        <pc:graphicFrameChg chg="add mod modGraphic">
          <ac:chgData name="MELISSA BRICIA" userId="dc848e4c-1031-41a2-aed4-1fe0a2ea01ec" providerId="ADAL" clId="{7DEAC819-E074-4672-B6EB-D247D1E96279}" dt="2025-01-13T07:35:35.811" v="834" actId="14100"/>
          <ac:graphicFrameMkLst>
            <pc:docMk/>
            <pc:sldMk cId="590132331" sldId="320"/>
            <ac:graphicFrameMk id="11" creationId="{7FF4CA5F-18D7-C1DC-5F07-5A40F2E32F79}"/>
          </ac:graphicFrameMkLst>
        </pc:graphicFrameChg>
        <pc:graphicFrameChg chg="add mod">
          <ac:chgData name="MELISSA BRICIA" userId="dc848e4c-1031-41a2-aed4-1fe0a2ea01ec" providerId="ADAL" clId="{7DEAC819-E074-4672-B6EB-D247D1E96279}" dt="2025-01-13T07:35:48.128" v="841"/>
          <ac:graphicFrameMkLst>
            <pc:docMk/>
            <pc:sldMk cId="590132331" sldId="320"/>
            <ac:graphicFrameMk id="12" creationId="{BCD81B97-181B-3B48-B960-E7C434E9E23F}"/>
          </ac:graphicFrameMkLst>
        </pc:graphicFrameChg>
        <pc:graphicFrameChg chg="add mod">
          <ac:chgData name="MELISSA BRICIA" userId="dc848e4c-1031-41a2-aed4-1fe0a2ea01ec" providerId="ADAL" clId="{7DEAC819-E074-4672-B6EB-D247D1E96279}" dt="2025-01-13T07:35:48.128" v="841"/>
          <ac:graphicFrameMkLst>
            <pc:docMk/>
            <pc:sldMk cId="590132331" sldId="320"/>
            <ac:graphicFrameMk id="13" creationId="{3FA10077-81CC-2240-AE21-5CF8963E2E96}"/>
          </ac:graphicFrameMkLst>
        </pc:graphicFrameChg>
        <pc:graphicFrameChg chg="add mod">
          <ac:chgData name="MELISSA BRICIA" userId="dc848e4c-1031-41a2-aed4-1fe0a2ea01ec" providerId="ADAL" clId="{7DEAC819-E074-4672-B6EB-D247D1E96279}" dt="2025-01-13T07:35:48.128" v="841"/>
          <ac:graphicFrameMkLst>
            <pc:docMk/>
            <pc:sldMk cId="590132331" sldId="320"/>
            <ac:graphicFrameMk id="14" creationId="{647AFE90-1312-2540-9A7B-EA4EBB3574B3}"/>
          </ac:graphicFrameMkLst>
        </pc:graphicFrameChg>
        <pc:graphicFrameChg chg="add mod">
          <ac:chgData name="MELISSA BRICIA" userId="dc848e4c-1031-41a2-aed4-1fe0a2ea01ec" providerId="ADAL" clId="{7DEAC819-E074-4672-B6EB-D247D1E96279}" dt="2025-01-13T07:35:48.128" v="841"/>
          <ac:graphicFrameMkLst>
            <pc:docMk/>
            <pc:sldMk cId="590132331" sldId="320"/>
            <ac:graphicFrameMk id="15" creationId="{F43D0B37-8FC1-36CC-5E13-2A22B16C70FA}"/>
          </ac:graphicFrameMkLst>
        </pc:graphicFrameChg>
        <pc:graphicFrameChg chg="add mod">
          <ac:chgData name="MELISSA BRICIA" userId="dc848e4c-1031-41a2-aed4-1fe0a2ea01ec" providerId="ADAL" clId="{7DEAC819-E074-4672-B6EB-D247D1E96279}" dt="2025-01-13T07:35:48.128" v="841"/>
          <ac:graphicFrameMkLst>
            <pc:docMk/>
            <pc:sldMk cId="590132331" sldId="320"/>
            <ac:graphicFrameMk id="16" creationId="{201AC169-2932-D378-35AD-10851827D862}"/>
          </ac:graphicFrameMkLst>
        </pc:graphicFrameChg>
        <pc:graphicFrameChg chg="add del mod">
          <ac:chgData name="MELISSA BRICIA" userId="dc848e4c-1031-41a2-aed4-1fe0a2ea01ec" providerId="ADAL" clId="{7DEAC819-E074-4672-B6EB-D247D1E96279}" dt="2025-01-13T07:35:55.715" v="843" actId="478"/>
          <ac:graphicFrameMkLst>
            <pc:docMk/>
            <pc:sldMk cId="590132331" sldId="320"/>
            <ac:graphicFrameMk id="17" creationId="{36BDEFB9-D186-B888-09DD-25DD7DD44730}"/>
          </ac:graphicFrameMkLst>
        </pc:graphicFrameChg>
        <pc:graphicFrameChg chg="add mod modGraphic">
          <ac:chgData name="MELISSA BRICIA" userId="dc848e4c-1031-41a2-aed4-1fe0a2ea01ec" providerId="ADAL" clId="{7DEAC819-E074-4672-B6EB-D247D1E96279}" dt="2025-01-13T07:42:45.676" v="972" actId="20577"/>
          <ac:graphicFrameMkLst>
            <pc:docMk/>
            <pc:sldMk cId="590132331" sldId="320"/>
            <ac:graphicFrameMk id="18" creationId="{6509621C-6783-A573-7CAA-73DA7B9663D8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2/5/2025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08936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09986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="" xmlns:a16="http://schemas.microsoft.com/office/drawing/2014/main" id="{4D792B1F-855B-FC83-1023-94C0976E984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="" xmlns:a16="http://schemas.microsoft.com/office/drawing/2014/main" id="{EF359D7C-AC03-77FE-CA1D-B96B46B08D1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="" xmlns:a16="http://schemas.microsoft.com/office/drawing/2014/main" id="{C9AA487F-3729-4692-1A21-35558A2D840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="" xmlns:a16="http://schemas.microsoft.com/office/drawing/2014/main" id="{84B8E19A-569B-855B-EBF8-C02F2998ABC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="" xmlns:a16="http://schemas.microsoft.com/office/drawing/2014/main" id="{941984E2-3225-05D3-3A3D-9D5F5840ED6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="" xmlns:a16="http://schemas.microsoft.com/office/drawing/2014/main" id="{070813B7-403A-9A3E-5E5C-44C1680DE4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7A7BB3C1-4B05-D5B3-C61C-1CD390CEEF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="" xmlns:a16="http://schemas.microsoft.com/office/drawing/2014/main" id="{CE6955A7-F39A-1FBB-FF32-C6F0E328927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=""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B5ED90D1-D640-D115-6711-35DE812FC01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F8D9EAE4-01F5-6C99-C91E-BF0FD0CD1CE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=""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="" xmlns:a16="http://schemas.microsoft.com/office/drawing/2014/main" id="{D24A04BE-9BA3-80DD-EE68-A8B8BA0853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="" xmlns:a16="http://schemas.microsoft.com/office/drawing/2014/main" id="{9E4F6A04-3331-D4C7-3EAE-0F69B48A7C7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="" xmlns:a16="http://schemas.microsoft.com/office/drawing/2014/main" id="{0587ACFB-02E0-79F1-D5B0-E8B18598D68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=""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98639877-C4A6-4E44-C600-FE3C6CD5F18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="" xmlns:a16="http://schemas.microsoft.com/office/drawing/2014/main" id="{F0439AA5-A7EE-A20E-BB67-D356776D0B2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="" xmlns:a16="http://schemas.microsoft.com/office/drawing/2014/main" id="{39E752F7-61F0-6779-9E8E-3541BFF7D2C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=""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="" xmlns:a16="http://schemas.microsoft.com/office/drawing/2014/main" id="{6FD0E545-8D0D-B848-836A-23CEBCD6B0A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="" xmlns:a16="http://schemas.microsoft.com/office/drawing/2014/main" id="{7114E853-6F7C-9899-77FD-0E77D0A8620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="" xmlns:a16="http://schemas.microsoft.com/office/drawing/2014/main" id="{69002426-033B-400A-C519-AF4C659C4F0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=""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="" xmlns:a16="http://schemas.microsoft.com/office/drawing/2014/main" id="{90FA743D-BDB5-4069-7325-E91CA7BC3ED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="" xmlns:a16="http://schemas.microsoft.com/office/drawing/2014/main" id="{2FE03F25-D589-68A8-30C7-175547B6A9E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="" xmlns:a16="http://schemas.microsoft.com/office/drawing/2014/main" id="{7CB19B63-2AAF-E86D-D7F1-B659DB36B5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="" xmlns:a16="http://schemas.microsoft.com/office/drawing/2014/main" id="{83712F38-4391-A499-56E2-8F095A506D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=""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=""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=""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=""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="" xmlns:a16="http://schemas.microsoft.com/office/drawing/2014/main" id="{A3F1B258-8FBC-06A8-3A1F-466CEEDBBEF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="" xmlns:a16="http://schemas.microsoft.com/office/drawing/2014/main" id="{8BAD4AF0-64CE-5C0E-5440-00F8FC6B319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=""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7DCD020E-88CF-303D-F947-8EE980AC809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=""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=""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=""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=""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=""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="" xmlns:a16="http://schemas.microsoft.com/office/drawing/2014/main" id="{EB31668E-263B-8FB1-9DBB-25F22BB441B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="" xmlns:a16="http://schemas.microsoft.com/office/drawing/2014/main" id="{0972DA96-A413-EF87-50D3-D8EF54FD9F5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=""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=""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="" xmlns:a16="http://schemas.microsoft.com/office/drawing/2014/main" id="{4A781A8E-199F-1F48-C80E-B6501B56332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="" xmlns:a16="http://schemas.microsoft.com/office/drawing/2014/main" id="{11C6679A-1B60-DCCD-7295-255649B92C6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="" xmlns:a16="http://schemas.microsoft.com/office/drawing/2014/main" id="{1C466053-4CA7-4CBB-C1D2-19FE899BEDF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="" xmlns:a16="http://schemas.microsoft.com/office/drawing/2014/main" id="{1100480F-88D3-CF82-FAF8-9527C86BCAE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=""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=""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=""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=""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="" xmlns:a16="http://schemas.microsoft.com/office/drawing/2014/main" id="{B05A86D8-26B0-1ADB-0CE2-B445D2A2866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="" xmlns:a16="http://schemas.microsoft.com/office/drawing/2014/main" id="{33A68E8B-64DF-46D3-2FA2-4BBBBF8BFB1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=""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=""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=""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=""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="" xmlns:a16="http://schemas.microsoft.com/office/drawing/2014/main" id="{CADEA8BB-3550-ABDA-99A6-455084D5D43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F0A8F0DB-3D3D-DC0F-84AC-4386B58AD6E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=""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=""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=""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="" xmlns:a16="http://schemas.microsoft.com/office/drawing/2014/main" id="{686C03E6-655F-A394-4461-7BC878C418B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="" xmlns:a16="http://schemas.microsoft.com/office/drawing/2014/main" id="{BF7A62BA-11D3-585A-8CBD-5E0FB4DE522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="" xmlns:a16="http://schemas.microsoft.com/office/drawing/2014/main" id="{8E1AE81E-772F-B009-AF15-C0FC060518A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=""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ADCC72F6-C144-5508-40C5-E1B3FC085B9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="" xmlns:a16="http://schemas.microsoft.com/office/drawing/2014/main" id="{FF76D2EA-2C6E-B0B2-DC0D-F9EF636E585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="" xmlns:a16="http://schemas.microsoft.com/office/drawing/2014/main" id="{90315871-F40F-D512-8E3F-B40F36BD422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="" xmlns:a16="http://schemas.microsoft.com/office/drawing/2014/main" id="{10C11C1A-EFCF-278A-D083-93F07D4DEA6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=""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US" dirty="0"/>
              <a:t>The Story of </a:t>
            </a:r>
            <a:r>
              <a:rPr lang="en-US" dirty="0" err="1"/>
              <a:t>Keesh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by</a:t>
            </a:r>
            <a:br>
              <a:rPr lang="en-US" dirty="0"/>
            </a:br>
            <a:r>
              <a:rPr lang="en-US" dirty="0"/>
              <a:t>Jack London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=""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>
            <a:normAutofit/>
          </a:bodyPr>
          <a:lstStyle/>
          <a:p>
            <a:r>
              <a:rPr lang="en-US"/>
              <a:t>Characters</a:t>
            </a:r>
            <a:endParaRPr lang="en-US" dirty="0"/>
          </a:p>
        </p:txBody>
      </p:sp>
      <p:pic>
        <p:nvPicPr>
          <p:cNvPr id="4" name="Picture 3" descr="A collage of pictures of people in fur coats&#10;&#10;Description automatically generated">
            <a:extLst>
              <a:ext uri="{FF2B5EF4-FFF2-40B4-BE49-F238E27FC236}">
                <a16:creationId xmlns="" xmlns:a16="http://schemas.microsoft.com/office/drawing/2014/main" id="{1CFB7545-5BBB-C7A6-6B2C-048AEF2EF3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r="-2" b="18041"/>
          <a:stretch/>
        </p:blipFill>
        <p:spPr>
          <a:xfrm>
            <a:off x="176784" y="2039111"/>
            <a:ext cx="4451437" cy="4603505"/>
          </a:xfrm>
          <a:prstGeom prst="rect">
            <a:avLst/>
          </a:prstGeom>
          <a:noFill/>
        </p:spPr>
      </p:pic>
      <p:sp>
        <p:nvSpPr>
          <p:cNvPr id="8" name="Content Placeholder 7">
            <a:extLst>
              <a:ext uri="{FF2B5EF4-FFF2-40B4-BE49-F238E27FC236}">
                <a16:creationId xmlns="" xmlns:a16="http://schemas.microsoft.com/office/drawing/2014/main" id="{BCFDA37B-399A-B9F0-7A7D-2A891EB7FFA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28599"/>
            <a:ext cx="6537960" cy="6150429"/>
          </a:xfrm>
        </p:spPr>
        <p:txBody>
          <a:bodyPr>
            <a:normAutofit/>
          </a:bodyPr>
          <a:lstStyle/>
          <a:p>
            <a:r>
              <a:rPr lang="en-US" sz="2800" b="1" dirty="0" err="1"/>
              <a:t>Keesh</a:t>
            </a:r>
            <a:r>
              <a:rPr lang="en-US" sz="2800" b="1" dirty="0"/>
              <a:t>-</a:t>
            </a:r>
            <a:r>
              <a:rPr lang="en-US" sz="2800" dirty="0"/>
              <a:t> A young Inuit hunter who defies the expectations of his tribe and becomes a great hunter. </a:t>
            </a:r>
          </a:p>
          <a:p>
            <a:r>
              <a:rPr lang="en-US" sz="2800" b="1" dirty="0" err="1" smtClean="0"/>
              <a:t>Klosh</a:t>
            </a:r>
            <a:r>
              <a:rPr lang="en-US" sz="2800" b="1" dirty="0" smtClean="0"/>
              <a:t>-Kwan</a:t>
            </a:r>
            <a:r>
              <a:rPr lang="en-US" sz="2800" dirty="0" smtClean="0"/>
              <a:t>- </a:t>
            </a:r>
            <a:r>
              <a:rPr lang="en-US" sz="2800" dirty="0"/>
              <a:t>A respected elder in the tribe who opposes </a:t>
            </a:r>
            <a:r>
              <a:rPr lang="en-US" sz="2800" dirty="0" err="1"/>
              <a:t>Keesh's</a:t>
            </a:r>
            <a:r>
              <a:rPr lang="en-US" sz="2800" dirty="0"/>
              <a:t> unconventional hunting methods. </a:t>
            </a:r>
          </a:p>
          <a:p>
            <a:r>
              <a:rPr lang="en-US" sz="2800" b="1" dirty="0" err="1"/>
              <a:t>Ikeega</a:t>
            </a:r>
            <a:r>
              <a:rPr lang="en-US" sz="2800" dirty="0"/>
              <a:t>- the mother of </a:t>
            </a:r>
            <a:r>
              <a:rPr lang="en-US" sz="2800" dirty="0" err="1"/>
              <a:t>Keesh</a:t>
            </a:r>
            <a:r>
              <a:rPr lang="en-US" sz="2800" dirty="0"/>
              <a:t>. </a:t>
            </a:r>
          </a:p>
          <a:p>
            <a:r>
              <a:rPr lang="en-US" sz="2800" dirty="0" err="1"/>
              <a:t>Klosh</a:t>
            </a:r>
            <a:r>
              <a:rPr lang="en-US" sz="2800" dirty="0"/>
              <a:t> Kwan- the chief of the village. </a:t>
            </a:r>
          </a:p>
          <a:p>
            <a:r>
              <a:rPr lang="en-US" sz="2800" b="1" dirty="0"/>
              <a:t>Ugh </a:t>
            </a:r>
            <a:r>
              <a:rPr lang="en-US" sz="2800" b="1" dirty="0" err="1"/>
              <a:t>Gluk</a:t>
            </a:r>
            <a:r>
              <a:rPr lang="en-US" sz="2800" b="1" dirty="0"/>
              <a:t>- </a:t>
            </a:r>
            <a:r>
              <a:rPr lang="en-US" sz="2800" dirty="0"/>
              <a:t>He is portrayed as one of the skeptics who doubts </a:t>
            </a:r>
            <a:r>
              <a:rPr lang="en-US" sz="2800" dirty="0" err="1"/>
              <a:t>Keesh's</a:t>
            </a:r>
            <a:r>
              <a:rPr lang="en-US" sz="2800" dirty="0"/>
              <a:t> ability to provide for the tribe using unconventional hunting methods. </a:t>
            </a:r>
          </a:p>
          <a:p>
            <a:r>
              <a:rPr lang="en-US" sz="2800" b="1" dirty="0" err="1"/>
              <a:t>Mawn</a:t>
            </a:r>
            <a:r>
              <a:rPr lang="en-US" sz="2800" b="1" dirty="0"/>
              <a:t> &amp; Bim- </a:t>
            </a:r>
            <a:r>
              <a:rPr lang="en-US" sz="2800" dirty="0"/>
              <a:t>two hunters who spied on </a:t>
            </a:r>
            <a:r>
              <a:rPr lang="en-US" sz="2800" dirty="0" err="1"/>
              <a:t>Keesh</a:t>
            </a: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="" xmlns:a16="http://schemas.microsoft.com/office/drawing/2014/main" id="{2A3D95EF-8A67-7F71-37EF-9EB02511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>
            <a:normAutofit/>
          </a:bodyPr>
          <a:lstStyle/>
          <a:p>
            <a:r>
              <a:rPr lang="en-US" dirty="0"/>
              <a:t>Setting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="" xmlns:a16="http://schemas.microsoft.com/office/drawing/2014/main" id="{C7846849-DC0A-EE3B-2E5E-D669EC1273D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/>
          <a:p>
            <a:r>
              <a:rPr lang="en-US" sz="3200" dirty="0"/>
              <a:t>The story happened in a village of igloos at the rim of the polar sea.</a:t>
            </a:r>
          </a:p>
        </p:txBody>
      </p:sp>
      <p:pic>
        <p:nvPicPr>
          <p:cNvPr id="3" name="Picture 2" descr="Snow covered buildings in the snow&#10;&#10;Description automatically generated">
            <a:extLst>
              <a:ext uri="{FF2B5EF4-FFF2-40B4-BE49-F238E27FC236}">
                <a16:creationId xmlns="" xmlns:a16="http://schemas.microsoft.com/office/drawing/2014/main" id="{9AD772E6-D5BA-BF7F-21BA-072D4533DA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2" t="2945" r="3250"/>
          <a:stretch/>
        </p:blipFill>
        <p:spPr>
          <a:xfrm>
            <a:off x="3730751" y="1948670"/>
            <a:ext cx="7543801" cy="4182729"/>
          </a:xfrm>
          <a:prstGeom prst="rect">
            <a:avLst/>
          </a:prstGeom>
          <a:noFill/>
        </p:spPr>
      </p:pic>
      <p:sp>
        <p:nvSpPr>
          <p:cNvPr id="20" name="Slide Number Placeholder 4">
            <a:extLst>
              <a:ext uri="{FF2B5EF4-FFF2-40B4-BE49-F238E27FC236}">
                <a16:creationId xmlns="" xmlns:a16="http://schemas.microsoft.com/office/drawing/2014/main" id="{7844A9E0-704D-DD4D-437E-6137E5F8A6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=""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6313"/>
            <a:ext cx="1306286" cy="631371"/>
          </a:xfrm>
        </p:spPr>
        <p:txBody>
          <a:bodyPr/>
          <a:lstStyle/>
          <a:p>
            <a:r>
              <a:rPr lang="en-US" sz="3200" dirty="0"/>
              <a:t>Plot</a:t>
            </a:r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="" xmlns:a16="http://schemas.microsoft.com/office/drawing/2014/main" id="{2F3CEF66-C6D7-C765-24E7-1DCFB38FE51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56515" y="206829"/>
            <a:ext cx="5690218" cy="6398251"/>
          </a:xfrm>
        </p:spPr>
        <p:txBody>
          <a:bodyPr>
            <a:normAutofit lnSpcReduction="10000"/>
          </a:bodyPr>
          <a:lstStyle/>
          <a:p>
            <a:r>
              <a:rPr lang="en-US" sz="2400" b="1" dirty="0"/>
              <a:t>Exposition</a:t>
            </a:r>
            <a:r>
              <a:rPr lang="en-US" sz="2400" dirty="0"/>
              <a:t>- </a:t>
            </a:r>
            <a:r>
              <a:rPr lang="en-US" sz="2400" dirty="0" err="1"/>
              <a:t>Keesh</a:t>
            </a:r>
            <a:r>
              <a:rPr lang="en-US" sz="2400" dirty="0"/>
              <a:t>, a young Inuit hunter living in a remote village, desires to prove his worth and provide for his tribe. </a:t>
            </a:r>
            <a:r>
              <a:rPr lang="en-US" sz="2400" dirty="0" err="1"/>
              <a:t>Keesh's</a:t>
            </a:r>
            <a:r>
              <a:rPr lang="en-US" sz="2400" dirty="0"/>
              <a:t> father and the other hunters in the tribe doubt his ability to hunt dangerous game, such as polar bears, using unconventional methods. </a:t>
            </a:r>
          </a:p>
          <a:p>
            <a:r>
              <a:rPr lang="en-US" sz="2400" b="1" dirty="0"/>
              <a:t>Rising action- </a:t>
            </a:r>
            <a:r>
              <a:rPr lang="en-US" sz="2400" dirty="0" err="1"/>
              <a:t>Keesh</a:t>
            </a:r>
            <a:r>
              <a:rPr lang="en-US" sz="2400" dirty="0"/>
              <a:t> devises a cunning plan to hunt the polar bears, using his intelligence and ingenuity. </a:t>
            </a:r>
          </a:p>
          <a:p>
            <a:r>
              <a:rPr lang="en-US" sz="2400" b="1" dirty="0"/>
              <a:t>Climax</a:t>
            </a:r>
            <a:r>
              <a:rPr lang="en-US" sz="2400" dirty="0"/>
              <a:t>- </a:t>
            </a:r>
            <a:r>
              <a:rPr lang="en-US" sz="2400" dirty="0" err="1"/>
              <a:t>Keesh</a:t>
            </a:r>
            <a:r>
              <a:rPr lang="en-US" sz="2400" dirty="0"/>
              <a:t> successfully hunts and kills a polar bear using his intelligence and cunning. </a:t>
            </a:r>
          </a:p>
          <a:p>
            <a:r>
              <a:rPr lang="en-US" sz="2400" b="1" dirty="0"/>
              <a:t>Falling action- </a:t>
            </a:r>
            <a:r>
              <a:rPr lang="en-US" sz="2400" dirty="0" err="1"/>
              <a:t>Keesh</a:t>
            </a:r>
            <a:r>
              <a:rPr lang="en-US" sz="2400" dirty="0"/>
              <a:t> provides food for his tribe and gains the respect of the community. </a:t>
            </a:r>
          </a:p>
          <a:p>
            <a:r>
              <a:rPr lang="en-US" sz="2400" b="1" dirty="0"/>
              <a:t>Resolution</a:t>
            </a:r>
            <a:r>
              <a:rPr lang="en-US" sz="2400" dirty="0"/>
              <a:t>- </a:t>
            </a:r>
            <a:r>
              <a:rPr lang="en-US" sz="2400" dirty="0" err="1"/>
              <a:t>Keesh's</a:t>
            </a:r>
            <a:r>
              <a:rPr lang="en-US" sz="2400" dirty="0"/>
              <a:t> triumphant return to the village as a hero and his eventual appointment as the new chief.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4" name="Picture 3" descr="A diagram of a triangle&#10;&#10;Description automatically generated">
            <a:extLst>
              <a:ext uri="{FF2B5EF4-FFF2-40B4-BE49-F238E27FC236}">
                <a16:creationId xmlns="" xmlns:a16="http://schemas.microsoft.com/office/drawing/2014/main" id="{48A864AD-FDCD-84EC-3A01-4A03E7C50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011" y="1698170"/>
            <a:ext cx="5385058" cy="283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 smtClean="0"/>
              <a:t>Flashback and Foreshadowing</a:t>
            </a:r>
            <a:endParaRPr lang="en-PH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endParaRPr lang="en-PH" sz="2800" dirty="0"/>
          </a:p>
          <a:p>
            <a:pPr lvl="1"/>
            <a:r>
              <a:rPr lang="en-PH" sz="2800" b="1" dirty="0"/>
              <a:t>Flashback:</a:t>
            </a:r>
            <a:r>
              <a:rPr lang="en-PH" sz="2800" dirty="0"/>
              <a:t> A scene set in a time earlier than the main story.</a:t>
            </a:r>
            <a:endParaRPr lang="en-PH" sz="2400" dirty="0"/>
          </a:p>
          <a:p>
            <a:pPr lvl="1"/>
            <a:r>
              <a:rPr lang="en-PH" sz="2800" b="1" dirty="0"/>
              <a:t>Foreshadowing:</a:t>
            </a:r>
            <a:r>
              <a:rPr lang="en-PH" sz="2800" dirty="0"/>
              <a:t> Hints or clues about what will happen later in the story.</a:t>
            </a:r>
            <a:endParaRPr lang="en-PH" sz="2400" dirty="0"/>
          </a:p>
          <a:p>
            <a:endParaRPr lang="en-PH" sz="2800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PH" dirty="0"/>
          </a:p>
          <a:p>
            <a:pPr lvl="2"/>
            <a:r>
              <a:rPr lang="en-PH" sz="2400" dirty="0"/>
              <a:t>How does the flashback contribute to your understanding of </a:t>
            </a:r>
            <a:r>
              <a:rPr lang="en-PH" sz="2400" dirty="0" err="1"/>
              <a:t>Keesh’s</a:t>
            </a:r>
            <a:r>
              <a:rPr lang="en-PH" sz="2400" dirty="0"/>
              <a:t> background?</a:t>
            </a:r>
            <a:endParaRPr lang="en-PH" dirty="0"/>
          </a:p>
          <a:p>
            <a:pPr lvl="2"/>
            <a:r>
              <a:rPr lang="en-PH" sz="2400" dirty="0"/>
              <a:t>What events or dialogue foreshadow the council’s eventual recognition of </a:t>
            </a:r>
            <a:r>
              <a:rPr lang="en-PH" sz="2400" dirty="0" err="1"/>
              <a:t>Keesh’s</a:t>
            </a:r>
            <a:r>
              <a:rPr lang="en-PH" sz="2400" dirty="0"/>
              <a:t> methods?</a:t>
            </a:r>
            <a:endParaRPr lang="en-PH" dirty="0"/>
          </a:p>
          <a:p>
            <a:endParaRPr lang="en-PH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853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="" xmlns:a16="http://schemas.microsoft.com/office/drawing/2014/main" id="{7A49C0DA-C8AE-5ECC-149A-D60ECFF8C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>
            <a:normAutofit/>
          </a:bodyPr>
          <a:lstStyle/>
          <a:p>
            <a:r>
              <a:rPr lang="en-US" dirty="0"/>
              <a:t>Turn and Talk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="" xmlns:a16="http://schemas.microsoft.com/office/drawing/2014/main" id="{7798761A-B671-4825-623F-F4726F2BDF2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/>
          <a:p>
            <a:r>
              <a:rPr lang="en-US" sz="2800" dirty="0"/>
              <a:t>What is </a:t>
            </a:r>
            <a:r>
              <a:rPr lang="en-US" sz="2800" dirty="0" err="1"/>
              <a:t>Keesh’s</a:t>
            </a:r>
            <a:r>
              <a:rPr lang="en-US" sz="2800" dirty="0"/>
              <a:t> primary challenge in the story?</a:t>
            </a:r>
          </a:p>
          <a:p>
            <a:r>
              <a:rPr lang="en-US" sz="2800" dirty="0"/>
              <a:t>How does </a:t>
            </a:r>
            <a:r>
              <a:rPr lang="en-US" sz="2800" dirty="0" err="1"/>
              <a:t>Keesh’s</a:t>
            </a:r>
            <a:r>
              <a:rPr lang="en-US" sz="2800" dirty="0"/>
              <a:t> character represent the theme of resourcefulness?</a:t>
            </a:r>
          </a:p>
          <a:p>
            <a:r>
              <a:rPr lang="en-US" sz="2800" dirty="0"/>
              <a:t>What does the story teach us about fairness and leadership?</a:t>
            </a:r>
          </a:p>
        </p:txBody>
      </p:sp>
      <p:pic>
        <p:nvPicPr>
          <p:cNvPr id="3" name="Content Placeholder 2" descr="A cartoon of a polar bear attacking a person&#10;&#10;Description automatically generated">
            <a:extLst>
              <a:ext uri="{FF2B5EF4-FFF2-40B4-BE49-F238E27FC236}">
                <a16:creationId xmlns="" xmlns:a16="http://schemas.microsoft.com/office/drawing/2014/main" id="{36386360-4B7D-A2BB-4BD0-D1897119E5D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1505"/>
          <a:stretch/>
        </p:blipFill>
        <p:spPr>
          <a:xfrm>
            <a:off x="7623125" y="-20757"/>
            <a:ext cx="4589511" cy="6555026"/>
          </a:xfrm>
          <a:noFill/>
        </p:spPr>
      </p:pic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AF012FDC-7484-2B3B-E496-144348256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348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936" y="175098"/>
            <a:ext cx="7534656" cy="914400"/>
          </a:xfrm>
        </p:spPr>
        <p:txBody>
          <a:bodyPr/>
          <a:lstStyle/>
          <a:p>
            <a:r>
              <a:rPr lang="en-PH" b="1" dirty="0" smtClean="0"/>
              <a:t>Comparison and Contrast</a:t>
            </a:r>
            <a:endParaRPr lang="en-PH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914399" y="1400783"/>
            <a:ext cx="5797686" cy="4542816"/>
          </a:xfrm>
        </p:spPr>
        <p:txBody>
          <a:bodyPr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400" b="1" dirty="0"/>
              <a:t>Comparison = Similarities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400" b="1" dirty="0"/>
              <a:t>Contrast = Differences</a:t>
            </a:r>
          </a:p>
          <a:p>
            <a:endParaRPr lang="en-PH" sz="2400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How is </a:t>
            </a:r>
            <a:r>
              <a:rPr lang="en-US" sz="2400" dirty="0" err="1"/>
              <a:t>Keesh’s</a:t>
            </a:r>
            <a:r>
              <a:rPr lang="en-US" sz="2400" dirty="0"/>
              <a:t> intelligence contrasted with the physical strength of the </a:t>
            </a:r>
            <a:r>
              <a:rPr lang="en-US" sz="2400" dirty="0" smtClean="0"/>
              <a:t>hunters?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How </a:t>
            </a:r>
            <a:r>
              <a:rPr lang="en-US" sz="2400" dirty="0"/>
              <a:t>does </a:t>
            </a:r>
            <a:r>
              <a:rPr lang="en-US" sz="2400" dirty="0" err="1"/>
              <a:t>Keesh’s</a:t>
            </a:r>
            <a:r>
              <a:rPr lang="en-US" sz="2400" dirty="0"/>
              <a:t> treatment at the beginning of the story compare to his treatment at the </a:t>
            </a:r>
            <a:r>
              <a:rPr lang="en-US" sz="2400" dirty="0" smtClean="0"/>
              <a:t>end?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Compare </a:t>
            </a:r>
            <a:r>
              <a:rPr lang="en-US" sz="2400" dirty="0"/>
              <a:t>the way </a:t>
            </a:r>
            <a:r>
              <a:rPr lang="en-US" sz="2400" dirty="0" err="1"/>
              <a:t>Keesh</a:t>
            </a:r>
            <a:r>
              <a:rPr lang="en-US" sz="2400" dirty="0"/>
              <a:t> and the village elders handle leadership.</a:t>
            </a:r>
          </a:p>
          <a:p>
            <a:endParaRPr lang="en-PH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8" name="Picture Placeholder 7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" r="47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315173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="" xmlns:a16="http://schemas.microsoft.com/office/drawing/2014/main" id="{EB33A77B-664F-FFD3-D61A-0D344C269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37457"/>
            <a:ext cx="4103914" cy="914400"/>
          </a:xfrm>
        </p:spPr>
        <p:txBody>
          <a:bodyPr/>
          <a:lstStyle/>
          <a:p>
            <a:r>
              <a:rPr lang="en-US" dirty="0"/>
              <a:t>Performance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A4B0F3C-5228-C9FB-1212-1D4894C80B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5181601" cy="38404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Poster Creation</a:t>
            </a:r>
          </a:p>
          <a:p>
            <a:pPr marL="0" indent="0">
              <a:buNone/>
            </a:pPr>
            <a:r>
              <a:rPr lang="en-US" sz="2800" cap="none" dirty="0"/>
              <a:t>Create a poster illustrating one of the key themes in </a:t>
            </a:r>
            <a:r>
              <a:rPr lang="en-US" sz="2800" i="1" cap="none" dirty="0"/>
              <a:t>The Story of </a:t>
            </a:r>
            <a:r>
              <a:rPr lang="en-US" sz="2800" i="1" cap="none" dirty="0" err="1"/>
              <a:t>Keesh</a:t>
            </a:r>
            <a:r>
              <a:rPr lang="en-US" sz="2800" cap="none" dirty="0"/>
              <a:t> (e.g., intelligence over strength, fairness, or leadership). Use symbolic images, quotes from the story, and a short written explanation to represent the theme.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7DA9EE9E-3073-7E11-3AA5-F77C3B48A97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792687" y="2039111"/>
            <a:ext cx="4484610" cy="3958918"/>
          </a:xfrm>
        </p:spPr>
        <p:txBody>
          <a:bodyPr>
            <a:normAutofit fontScale="92500"/>
          </a:bodyPr>
          <a:lstStyle/>
          <a:p>
            <a:r>
              <a:rPr lang="en-US" sz="3200" b="1" dirty="0"/>
              <a:t>PODCAST or SPEECH</a:t>
            </a:r>
          </a:p>
          <a:p>
            <a:r>
              <a:rPr lang="en-US" sz="3200" dirty="0"/>
              <a:t>Record a podcast or deliver a speech discussing how one of the themes is developed in the story. Include examples from the text and your interpretation of the author’s message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E59500A-4B75-29F9-CE37-C3E13D6A5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147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1975407-3020-4882-A295-30C298F09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067" y="239486"/>
            <a:ext cx="10360152" cy="914400"/>
          </a:xfrm>
        </p:spPr>
        <p:txBody>
          <a:bodyPr/>
          <a:lstStyle/>
          <a:p>
            <a:r>
              <a:rPr lang="en-PH" dirty="0"/>
              <a:t>Rubrics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5800225-99E0-BEB4-1717-2873E1F206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="" xmlns:a16="http://schemas.microsoft.com/office/drawing/2014/main" id="{6509621C-6783-A573-7CAA-73DA7B9663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2449585"/>
              </p:ext>
            </p:extLst>
          </p:nvPr>
        </p:nvGraphicFramePr>
        <p:xfrm>
          <a:off x="807068" y="1578428"/>
          <a:ext cx="10165732" cy="48114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88577">
                  <a:extLst>
                    <a:ext uri="{9D8B030D-6E8A-4147-A177-3AD203B41FA5}">
                      <a16:colId xmlns="" xmlns:a16="http://schemas.microsoft.com/office/drawing/2014/main" val="2767491690"/>
                    </a:ext>
                  </a:extLst>
                </a:gridCol>
                <a:gridCol w="5049846">
                  <a:extLst>
                    <a:ext uri="{9D8B030D-6E8A-4147-A177-3AD203B41FA5}">
                      <a16:colId xmlns="" xmlns:a16="http://schemas.microsoft.com/office/drawing/2014/main" val="1879179229"/>
                    </a:ext>
                  </a:extLst>
                </a:gridCol>
                <a:gridCol w="1727309">
                  <a:extLst>
                    <a:ext uri="{9D8B030D-6E8A-4147-A177-3AD203B41FA5}">
                      <a16:colId xmlns="" xmlns:a16="http://schemas.microsoft.com/office/drawing/2014/main" val="727330603"/>
                    </a:ext>
                  </a:extLst>
                </a:gridCol>
              </a:tblGrid>
              <a:tr h="436898">
                <a:tc>
                  <a:txBody>
                    <a:bodyPr/>
                    <a:lstStyle/>
                    <a:p>
                      <a:r>
                        <a:rPr lang="en-PH" sz="2000" b="1" dirty="0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423876773"/>
                  </a:ext>
                </a:extLst>
              </a:tr>
              <a:tr h="1008227">
                <a:tc>
                  <a:txBody>
                    <a:bodyPr/>
                    <a:lstStyle/>
                    <a:p>
                      <a:r>
                        <a:rPr lang="en-PH" sz="2000" b="1" dirty="0"/>
                        <a:t>Understanding of Theme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Theme is thoroughly analyzed with insightful connections to the story.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901115495"/>
                  </a:ext>
                </a:extLst>
              </a:tr>
              <a:tr h="705759">
                <a:tc>
                  <a:txBody>
                    <a:bodyPr/>
                    <a:lstStyle/>
                    <a:p>
                      <a:r>
                        <a:rPr lang="en-PH" sz="2000" b="1" dirty="0"/>
                        <a:t>Use of Evidence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Strong, relevant evidence from the text supports analysis.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471646365"/>
                  </a:ext>
                </a:extLst>
              </a:tr>
              <a:tr h="772974">
                <a:tc>
                  <a:txBody>
                    <a:bodyPr/>
                    <a:lstStyle/>
                    <a:p>
                      <a:r>
                        <a:rPr lang="en-PH" sz="2000" b="1" dirty="0"/>
                        <a:t>Creativity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Highly creative and original representation of the theme.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38059409"/>
                  </a:ext>
                </a:extLst>
              </a:tr>
              <a:tr h="705759">
                <a:tc>
                  <a:txBody>
                    <a:bodyPr/>
                    <a:lstStyle/>
                    <a:p>
                      <a:r>
                        <a:rPr lang="en-PH" sz="2000" b="1" dirty="0"/>
                        <a:t>Presentation/Organization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Work is exceptionally well-organized and clear.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117439942"/>
                  </a:ext>
                </a:extLst>
              </a:tr>
              <a:tr h="772974">
                <a:tc>
                  <a:txBody>
                    <a:bodyPr/>
                    <a:lstStyle/>
                    <a:p>
                      <a:r>
                        <a:rPr lang="en-PH" sz="2000" b="1"/>
                        <a:t>Collaboration </a:t>
                      </a:r>
                      <a:endParaRPr lang="en-PH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Demonstrates exceptional teamwork and participation.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19017487"/>
                  </a:ext>
                </a:extLst>
              </a:tr>
              <a:tr h="408892">
                <a:tc gridSpan="2">
                  <a:txBody>
                    <a:bodyPr/>
                    <a:lstStyle/>
                    <a:p>
                      <a:pPr algn="r"/>
                      <a:r>
                        <a:rPr lang="en-PH" b="1" dirty="0"/>
                        <a:t>TOTAL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795438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013233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DF9CEC-52C2-4D14-B2F5-11176002A8B6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microsoft.com/sharepoint/v3"/>
    <ds:schemaRef ds:uri="230e9df3-be65-4c73-a93b-d1236ebd677e"/>
    <ds:schemaRef ds:uri="http://purl.org/dc/terms/"/>
    <ds:schemaRef ds:uri="http://schemas.openxmlformats.org/package/2006/metadata/core-properties"/>
    <ds:schemaRef ds:uri="16c05727-aa75-4e4a-9b5f-8a80a1165891"/>
    <ds:schemaRef ds:uri="http://purl.org/dc/dcmitype/"/>
    <ds:schemaRef ds:uri="71af3243-3dd4-4a8d-8c0d-dd76da1f02a5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{F4434D67-962F-40D6-A270-9E3D1397A764}tf11964407_win32</Template>
  <TotalTime>288</TotalTime>
  <Words>522</Words>
  <Application>Microsoft Office PowerPoint</Application>
  <PresentationFormat>Custom</PresentationFormat>
  <Paragraphs>72</Paragraphs>
  <Slides>9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Custom</vt:lpstr>
      <vt:lpstr>The Story of Keesh by Jack London</vt:lpstr>
      <vt:lpstr>Characters</vt:lpstr>
      <vt:lpstr>Setting</vt:lpstr>
      <vt:lpstr>Plot</vt:lpstr>
      <vt:lpstr>Flashback and Foreshadowing</vt:lpstr>
      <vt:lpstr>Turn and Talk</vt:lpstr>
      <vt:lpstr>Comparison and Contrast</vt:lpstr>
      <vt:lpstr>Performance Task</vt:lpstr>
      <vt:lpstr>Rubrics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Story of Keesh by Jack London</dc:title>
  <dc:creator>MELISSA BRICIA</dc:creator>
  <cp:lastModifiedBy>Melissa</cp:lastModifiedBy>
  <cp:revision>18</cp:revision>
  <dcterms:created xsi:type="dcterms:W3CDTF">2025-01-13T06:41:11Z</dcterms:created>
  <dcterms:modified xsi:type="dcterms:W3CDTF">2025-02-05T11:12:15Z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